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2024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5F2F3"/>
                </a:solidFill>
                <a:latin typeface="Segoe UI"/>
              </a:rPr>
              <a:t>Order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7432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F59726"/>
                </a:solidFill>
                <a:latin typeface="Segoe UI"/>
              </a:rPr>
              <a:t>NineCube.Digital — a reliable order + stock feature for a small retailer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8200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ASP.NET Core 8 Web API · EF Core · SQL Server · JWT + 4 roles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React 18 + TypeScript SPA · hand-written glass / neumorphic CSS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42 backend integration tests · 45 frontend tests · 1 end-to-end smoke test — all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B9B3B5"/>
                </a:solidFill>
                <a:latin typeface="Segoe UI"/>
              </a:rPr>
              <a:t>Candidate: Yeasin Arafat · Submission: 15 October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PROBLEM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The four problems, and what actually fixes each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90472"/>
          <a:ext cx="108200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Reported problem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Root cause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What this implementation does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Orders accepted beyond stock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Availability checked in code, written in a second step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The rule lives inside the UPDATE: `… SET Stock = Stock - @qty WHERE IsActive = 1 AND Stock &gt;= @qty`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Inventory inconsistent under load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Read-then-write (lost update)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Never read-then-write. One atomic conditional UPDATE per line + CHECK (StockQuantity &gt;= 0)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Invalid requests handled inconsistently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Errors raised ad hoc per endpoint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One contract: RFC 7807 ProblemDetails + correlation id, one exception middleware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Staff cannot see availability or status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No single view of stock, no explicit lifecycle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Live stock badges everywhere, explicit status machine, audit trail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Explicitly not a full e-commerce platform and not an ERP — no payments, no email, no delivery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One modular monolith, five projects, four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Api — controllers, JWT policies, exception middleware, ProblemDetails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Application — services, DTOs, FluentValidation validators, rules re-checked inside the service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Domain — entities, status transition rules, typed exceptions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Infrastructure — EF Core DbContext + migrations, password hashing, SQL transient-error policy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Tests — xUnit integration tests against a real SQL Server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9726"/>
                </a:solidFill>
                <a:latin typeface="Segoe UI"/>
              </a:rPr>
              <a:t>• Modules inside them: Catalog · Inventory · Orders · Identity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7D3A0"/>
                </a:solidFill>
                <a:latin typeface="Segoe UI"/>
              </a:rPr>
              <a:t>• One database transaction per order — order row + stock + ledger commit together or not at all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No microservices, no CQRS, no broker, no cache.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ARCHITECTURE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Why a modular monolith — and when microservices would be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The hard requirement is transactional: reserving stock and creating the order must be atomic.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A network boundary between Orders and Inventory would turn a rollback into a saga with compensation.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Scope and team size are small: one team, one release cadence, one database.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Modules are separated by project and by namespace, so a future split is a service extraction, not a rewrite.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9726"/>
                </a:solidFill>
                <a:latin typeface="Segoe UI"/>
              </a:rPr>
              <a:t>• Microservices would be justified by: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– many teams needing independent deploys · genuinely independent scaling · fault isolation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– regulatory or data-residency separation · a bounded context with a different consistency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ROLES &amp;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Four roles, and separation of duties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90472"/>
          <a:ext cx="108200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Customer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Staff (Sales)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Inventory Mgr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Administrator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Browse catalogue + live stock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Place an order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 (read-only)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Read order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own only (else 404)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all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all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Confirm / reject / ship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Cancel an order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own, Pending/Confirmed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Create/update product, adjust stock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read-only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Sales summary, invoice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own invoice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Users, roles, audit log, settings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The person who handles orders cannot freely change stock — that is the design principle, not a limitation.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Data model and the guarantees it enforces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Product (StockQuantity, RowVersion) · Customer · User (Role, IsActive, CustomerId)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Order (Status, TotalAmount, IdempotencyKey unique per customer) · OrderItem (UnitPrice snapshot)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InventoryMovement — append-only ledger · AuditLog · Setting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9726"/>
                </a:solidFill>
                <a:latin typeface="Segoe UI"/>
              </a:rPr>
              <a:t>• Constraints do the guarding: CHECK (StockQuantity &gt;= 0), CHECK (Quantity &gt; 0), unique SKU, unique (OrderId, ProductId)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Money is decimal(18,2) — never double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57D3A0"/>
                </a:solidFill>
                <a:latin typeface="Segoe UI"/>
              </a:rPr>
              <a:t>• Pending → Confirmed → Shipped    Pending → Rejected    Pending | Confirmed → Cancelled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B9B3B5"/>
                </a:solidFill>
                <a:latin typeface="Segoe UI"/>
              </a:rPr>
              <a:t>• Stock is reserved at placement; cancel/reject release it exactly once (conditional status update)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API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One API, one error contract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90472"/>
          <a:ext cx="10820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541004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Area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Endpoints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Auth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POST /api/auth/register · POST /api/auth/login · GET /api/auth/me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Products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GET /api/products · GET /api/products/{id} · GET /api/products/low-stock · POST/PUT (Inventory Mgr) · POST /api/products/{id}/stock-adjustments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Orders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POST /api/orders · GET /api/orders · GET /api/orders/{id} · /cancel · /confirm · /reject · /ship · /invoice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Reports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GET /api/reports/sales?from=&amp;to=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users, role, active · /api/admin/audit-logs · /api/admin/settings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42232"/>
            <a:ext cx="108200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F5F2F3"/>
                </a:solidFill>
                <a:latin typeface="Segoe UI"/>
              </a:rPr>
              <a:t>400 invalid input · 401 unauthenticated · 403 wrong role · 404 not found (including another customer's order)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F5F2F3"/>
                </a:solidFill>
                <a:latin typeface="Segoe UI"/>
              </a:rPr>
              <a:t>409 insufficient stock (body lists productId / requested / available) or an invalid state transition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9B3B5"/>
                </a:solidFill>
                <a:latin typeface="Segoe UI"/>
              </a:rPr>
              <a:t>Never 500 for a business failure. Every response carries a correlation id that is also in the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THE CORE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Concurrency: one atomic statement, ordered, all-or-nothing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Per line, in ascending ProductId order (deadlock avoidance):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F59726"/>
                </a:solidFill>
                <a:latin typeface="Segoe UI"/>
              </a:rPr>
              <a:t>– UPDATE Products SET StockQuantity = StockQuantity - @qty WHERE Id = @id AND IsActive = 1 AND StockQuantity &gt;= @qty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0 rows affected → roll back everything and return 409 with the short items. Never read-then-write.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Status changes use the same trick: WHERE Id = @id AND Status = @expected → exactly one winner in a race.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Idempotency-Key on POST /orders: a repeat returns the original order and never reserves stock twice.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9726"/>
                </a:solidFill>
                <a:latin typeface="Segoe UI"/>
              </a:rPr>
              <a:t>• Rejected alternatives: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optimistic RowVersion — retry storms under exactly the load we care about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pessimistic locks — held across the whole order, invites deadlocks and timeouts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SERIALIZABLE — deadlocks and 1205s, and it still needs the retry loop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in-process lock — worthless the moment there is a second instance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FRONTEND &amp; 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Frontend: glass + neumorphism, but readable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React 18 + TypeScript + Vite. TanStack Query for server state, React Router for routing, no UI framework.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Design tokens in one file (colour, space, radius, type, motion) — components hard-code nothing.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Live stock badges: Out of stock / Low stock · N left / In stock · N, each with a glyph and a word, never colour alone.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The stepper cannot exceed live stock, and a 409 keeps the cart and names the short items.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Role-aware navigation: you only ever see the links your role can use; the server enforces it anyway.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Accessibility: skip link, focus rings, aria-current on the active link, arrow-key navigation, aria-live regions.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57D3A0"/>
                </a:solidFill>
                <a:latin typeface="Segoe UI"/>
              </a:rPr>
              <a:t>• Responsive at 390 / 768 / 1440 px — verified in the browser, not assumed.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Implementation decisions worth calling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Reserve at placement, not at confirmation — the only moment a promise can be kept.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Every stock change appends to the ledger in the same transaction, with the user and reason.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Prices are snapshotted onto the order line; the client never sends a price.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Roles are re-read from the database per request, so a role change or deactivation is immediate.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Timestamps are UTC with an explicit Z; the SPA renders them in the viewer's time zone.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Report ranges are local calendar dates converted to inclusive UTC instants at the edges.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Only a Customer sees ordering controls — the UI never offers an action the API would refuse.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• Anonymous browsing is disabled: live stock is commercial information (recorded as an assumption).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TEST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Verified results on this machine (14 October)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90472"/>
          <a:ext cx="108200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Suite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Backend — Docker/Testcontainers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dotnet test src/NineCube.Tests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42 passed, 0 failed (40 s)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Backend — local SQL Server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TEST_SQL_CONNECTION=… dotnet test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42 passed, 0 failed (27 s)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Frontend unit/component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cd web &amp;&amp; npm run test:run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45 passed in 8 files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Types + production build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npm run typecheck &amp;&amp; npm run build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clean; per-route code splitting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End-to-end smoke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npm run e2e (Playwright, Chromium)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1 passed (18.8 s)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Live system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/health, 4 role logins, unauthenticated call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Healthy · 200/200/200/200 · 401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B9B3B5"/>
                </a:solidFill>
                <a:latin typeface="Segoe UI"/>
              </a:rPr>
              <a:t>Proven, not asserted: stock 1 + two parallel orders → one 201 + one 409; stock 10 + 50 parallel orders → exactly 10 × 201, final stock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Error handling is part of the contract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90472"/>
          <a:ext cx="108200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698"/>
                <a:gridCol w="3606698"/>
                <a:gridCol w="360669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Situation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59726"/>
                          </a:solidFill>
                          <a:latin typeface="Segoe UI"/>
                        </a:rPr>
                        <a:t>Body</a:t>
                      </a:r>
                    </a:p>
                  </a:txBody>
                  <a:tcPr marL="73152" marR="73152">
                    <a:solidFill>
                      <a:srgbClr val="2320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Malformed / invalid payload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400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ValidationProblemDetails: one entry per field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No or expired token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401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 + WWW-Authenticate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Authenticated, wrong role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403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ProblemDetails: forbidden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Unknown product or someone else's order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404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 — deliberately not 403, so existence is not leaked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Not enough stock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409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 + shortItems[] { productId, requested, available }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Invalid status transition / double restore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409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ProblemDetails: invalid state transition</a:t>
                      </a:r>
                    </a:p>
                  </a:txBody>
                  <a:tcPr marL="73152" marR="73152">
                    <a:solidFill>
                      <a:srgbClr val="20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F5F2F3"/>
                          </a:solidFill>
                          <a:latin typeface="Segoe UI"/>
                        </a:rPr>
                        <a:t>Unexpected failure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B9B3B5"/>
                          </a:solidFill>
                          <a:latin typeface="Segoe UI"/>
                        </a:rPr>
                        <a:t>ProblemDetails, correlation id only — no stack trace to the client</a:t>
                      </a:r>
                    </a:p>
                  </a:txBody>
                  <a:tcPr marL="73152" marR="73152">
                    <a:solidFill>
                      <a:srgbClr val="1B18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Limitations — stated, not hidden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payment processing and no payment verification: orders start Pending and Staff confirm them.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email/SMS, no delivery tracking, no returns or refunds.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rate limiting, no refresh tokens (30-minute access tokens; the SPA keeps them in sessionStorage).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caching layer — deliberate on stock-sensitive data.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No multi-warehouse, multi-currency or tax handling; users are deactivated, never deleted.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F5F2F3"/>
                </a:solidFill>
                <a:latin typeface="Segoe UI"/>
              </a:rPr>
              <a:t>• Backups are a documented database procedure (FULL/DIFF/LOG + restore drills), not application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What production would add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Payments + verification: hosted payment intent, outbox-backed webhook, PaymentStatus on the order.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Transactional outbox for notifications and integrations — a mail outage must never roll back an order.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Refresh tokens in httpOnly cookies with rotation and reuse detection; access tokens down to minutes.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Reservations with a TTL plus a sweeper, so an abandoned basket releases stock.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Rate limiting per IP and per account on login, per customer on order placement.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OpenTelemetry traces SPA → API → SQL; alert on the 409 ratio and p95 placement latency.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CI/CD: build, tests against a container SQL Server, Playwright smoke, gated migrations as a release stage.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Secrets in a managed vault with rotation; idempotency-key retention policy.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8200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9726"/>
                </a:solidFill>
                <a:latin typeface="Segoe U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5F2F3"/>
                </a:solidFill>
                <a:latin typeface="Segoe UI"/>
              </a:rPr>
              <a:t>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10820095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59726"/>
                </a:solidFill>
                <a:latin typeface="Segoe UI"/>
              </a:rPr>
              <a:t>• API   http://127.0.0.1:5080   (Swagger at /swagger)      SPA   http://127.0.0.1:5173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Demo logins (Development seed; passwords come from NINECUBE_SEED_PASSWORD — no secret is committed):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B9B3B5"/>
                </a:solidFill>
                <a:latin typeface="Segoe UI"/>
              </a:rPr>
              <a:t>– customer@ninecube.demo · staff@ninecube.demo · inventory@ninecube.demo · admin@ninecube.demo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Database: docker compose up -d (SQL Server 2022) or any SQL Server / LocalDB via ConnectionStrings__Default.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F5F2F3"/>
                </a:solidFill>
                <a:latin typeface="Segoe UI"/>
              </a:rPr>
              <a:t>• Tests: dotnet test src/NineCube.Tests · cd web &amp;&amp; npm run test:run · npm run e2e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57D3A0"/>
                </a:solidFill>
                <a:latin typeface="Segoe UI"/>
              </a:rPr>
              <a:t>• Everything above was executed; TESTING.md holds the raw output, the database modes and the four defects found and fixed while verifying.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